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100% accuracy metric and explain cost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/>
            </a:pPr>
            <a:r>
              <a:t>Modern Neural Architecture &amp; Scalable Systems</a:t>
            </a:r>
          </a:p>
          <a:p>
            <a:pPr algn="ctr">
              <a:defRPr i="1" sz="2000"/>
            </a:pPr>
            <a:r>
              <a:t>A Comprehensive Overview by Dr. Jane Doe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Key Findings &amp; Special Metrics (%)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First core result with bold parameter: learning_rate = 0.001</a:t>
            </a:r>
          </a:p>
          <a:p>
            <a:pPr lvl="1">
              <a:defRPr i="1"/>
            </a:pPr>
            <a:r>
              <a:t>Sub-level observation with special characters: 100% accuracy &amp; $500 cost on dataset_v2</a:t>
            </a:r>
          </a:p>
          <a:p>
            <a:pPr lvl="1"/>
            <a:r>
              <a:t>Third bullet: Testing symbols #1, #2, and variable {alpha_beta}</a:t>
            </a:r>
          </a:p>
          <a:p>
            <a:pPr/>
            <a:r>
              <a:t>High-throughput pipeline verification across distributed nodes.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Architecture Visual Flow</a:t>
            </a:r>
          </a:p>
        </p:txBody>
      </p:sp>
      <p:pic>
        <p:nvPicPr>
          <p:cNvPr id="3" name="Picture 2" descr="temp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11680"/>
            <a:ext cx="64008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Benchmark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Accuracy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Latency (ms)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Baseline 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45ms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Vision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72ms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Proposed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